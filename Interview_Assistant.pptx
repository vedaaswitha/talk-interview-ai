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slide. State the project name and core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action gap: passive study builds recognition, not verbal fluency. This tool forces active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design principles that separate this from passive alternatives.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features. Voice I/O and persistent memory are the differentiators.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and 5 are the core loop — memory makes questions adaptive.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choice was deliberate. Emphasise streaming and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system pipeline. Top row: core AI flow. Bottom: voice I/O services hanging off Flask.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decisions are the most interview-worthy. Know them cold.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self-assessment. Shows critical thinking about your own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Invite questions. Mention your GitHub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2926080" cy="2926080"/>
          </a:xfrm>
          <a:prstGeom prst="ellipse">
            <a:avLst/>
          </a:prstGeom>
          <a:solidFill>
            <a:srgbClr val="818CF8">
              <a:alpha val="16000"/>
            </a:srgbClr>
          </a:solidFill>
          <a:ln w="12700">
            <a:solidFill>
              <a:srgbClr val="818CF8">
                <a:alpha val="1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47472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Conversational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75564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Assistant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97280" y="25146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real-time, voice-driven mock interview platform that adapts to every answer you give.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96112" y="3291840"/>
            <a:ext cx="1353312" cy="301752"/>
          </a:xfrm>
          <a:prstGeom prst="roundRect">
            <a:avLst>
              <a:gd name="adj" fmla="val 18182"/>
            </a:avLst>
          </a:prstGeom>
          <a:solidFill>
            <a:srgbClr val="6366F1">
              <a:alpha val="65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3291840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95728" y="3291840"/>
            <a:ext cx="1353312" cy="301752"/>
          </a:xfrm>
          <a:prstGeom prst="roundRect">
            <a:avLst>
              <a:gd name="adj" fmla="val 18182"/>
            </a:avLst>
          </a:prstGeom>
          <a:solidFill>
            <a:srgbClr val="6366F1">
              <a:alpha val="65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95728" y="3291840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95344" y="3291840"/>
            <a:ext cx="1353312" cy="301752"/>
          </a:xfrm>
          <a:prstGeom prst="roundRect">
            <a:avLst>
              <a:gd name="adj" fmla="val 18182"/>
            </a:avLst>
          </a:prstGeom>
          <a:solidFill>
            <a:srgbClr val="6366F1">
              <a:alpha val="65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95344" y="3291840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394960" y="3291840"/>
            <a:ext cx="1353312" cy="301752"/>
          </a:xfrm>
          <a:prstGeom prst="roundRect">
            <a:avLst>
              <a:gd name="adj" fmla="val 18182"/>
            </a:avLst>
          </a:prstGeom>
          <a:solidFill>
            <a:srgbClr val="6366F1">
              <a:alpha val="65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94960" y="3291840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AssemblyAI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94576" y="3291840"/>
            <a:ext cx="1353312" cy="301752"/>
          </a:xfrm>
          <a:prstGeom prst="roundRect">
            <a:avLst>
              <a:gd name="adj" fmla="val 18182"/>
            </a:avLst>
          </a:prstGeom>
          <a:solidFill>
            <a:srgbClr val="6366F1">
              <a:alpha val="65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94576" y="3291840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Murf TTS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Mechanical Engineering  ·  IIT Patna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conventional prep methods fall short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answer</a:t>
            </a:r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≠   </a:t>
            </a:r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it confidently under pressure.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487168" cy="196596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249424"/>
            <a:ext cx="420624" cy="420624"/>
          </a:xfrm>
          <a:prstGeom prst="ellipse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32257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76148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Practicing with Friends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310896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may not know the correct answers, and social dynamics prevent the kind of blunt, honest feedback that actually builds improvement.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3328416" y="2103120"/>
            <a:ext cx="2487168" cy="196596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65576" y="2249424"/>
            <a:ext cx="420624" cy="420624"/>
          </a:xfrm>
          <a:prstGeom prst="ellipse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32257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9856" y="276148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Interview Videos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419856" y="310896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observe someone else answering. You are not speaking, not thinking under pressure, not building the verbal fluency the real thing demands.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6108192" y="2103120"/>
            <a:ext cx="2487168" cy="196596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45352" y="2249424"/>
            <a:ext cx="420624" cy="420624"/>
          </a:xfrm>
          <a:prstGeom prst="ellipse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232257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99632" y="276148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Q&amp;A Lists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199632" y="310896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an answer on a page is a different cognitive skill from recalling and expressing it live. Recognition doesn't transfer to recall.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practice — not passive study.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6366F1">
              <a:alpha val="12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4173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speak, not read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728216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demands real-time verbal articulation. The assistant listens — it cannot be fooled by silent recognition of a written answer.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6366F1">
              <a:alpha val="12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2316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514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adapt to your actual response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825496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reads what you genuinely said and tailors the next question accordingly — probing where you were strong, simplifying where you struggled.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6366F1">
              <a:alpha val="12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52044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6118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grounded in what you said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922776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never invents or assumes. Every piece of feedback references a specific response from your session, making every insight directly actionable.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seamless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380744"/>
            <a:ext cx="402336" cy="402336"/>
          </a:xfrm>
          <a:prstGeom prst="ellipse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5389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874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Multi-Subject Support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0080" y="21762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topics: Self Introduction, GenAI, Python, HTML, CSS, and English communication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10128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38144" y="1380744"/>
            <a:ext cx="402336" cy="402336"/>
          </a:xfrm>
          <a:prstGeom prst="ellipse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4538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1568" y="1874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401568" y="21762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history retained across all five turns within a session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071616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99632" y="1380744"/>
            <a:ext cx="402336" cy="402336"/>
          </a:xfrm>
          <a:prstGeom prst="ellipse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45389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63056" y="1874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163056" y="21762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microphone feeds AssemblyAI transcription with automatic language detection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48640" y="28346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6656" y="2980944"/>
            <a:ext cx="402336" cy="402336"/>
          </a:xfrm>
          <a:prstGeom prst="ellipse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05409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3474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Audio Output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40080" y="37764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Murf Falcon TTS begins playing before full audio arrives — zero awkward silence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3310128" y="28346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38144" y="2980944"/>
            <a:ext cx="402336" cy="402336"/>
          </a:xfrm>
          <a:prstGeom prst="ellipse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305409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01568" y="3474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Feedback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3401568" y="37764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report with strengths, skill gaps, and a 1–5 rating tied to your actual responses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6071616" y="28346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99632" y="2980944"/>
            <a:ext cx="402336" cy="402336"/>
          </a:xfrm>
          <a:prstGeom prst="ellipse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05409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63056" y="3474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Questioning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163056" y="37764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follow-up question references what you said — no assumptions, no fabrication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interview lifecycle — 6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243584" cy="1664208"/>
          </a:xfrm>
          <a:prstGeom prst="roundRect">
            <a:avLst>
              <a:gd name="adj" fmla="val 735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389888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93852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Topic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subject. The agent configures its question strategy accordingly.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984248"/>
            <a:ext cx="164592" cy="1645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947672" y="1261872"/>
            <a:ext cx="1243584" cy="1664208"/>
          </a:xfrm>
          <a:prstGeom prst="roundRect">
            <a:avLst>
              <a:gd name="adj" fmla="val 735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340864" y="1389888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40864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011680" y="193852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Opens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011680" y="2267712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 greeting and first question streamed as audio.</a:t>
            </a:r>
            <a:endParaRPr lang="en-US" sz="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984248"/>
            <a:ext cx="164592" cy="1645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392424" y="1261872"/>
            <a:ext cx="1243584" cy="1664208"/>
          </a:xfrm>
          <a:prstGeom prst="roundRect">
            <a:avLst>
              <a:gd name="adj" fmla="val 735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85616" y="1389888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785616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456432" y="193852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Speak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456432" y="2267712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into the browser mic. No extra software needed.</a:t>
            </a:r>
            <a:endParaRPr lang="en-US" sz="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1984248"/>
            <a:ext cx="164592" cy="16459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837176" y="1261872"/>
            <a:ext cx="1243584" cy="1664208"/>
          </a:xfrm>
          <a:prstGeom prst="roundRect">
            <a:avLst>
              <a:gd name="adj" fmla="val 735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230368" y="1389888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230368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901184" y="193852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&amp; Store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901184" y="2267712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AssemblyAI converts speech to text, stored in agent memory.</a:t>
            </a:r>
            <a:endParaRPr lang="en-US" sz="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1984248"/>
            <a:ext cx="164592" cy="16459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281928" y="1261872"/>
            <a:ext cx="1243584" cy="1664208"/>
          </a:xfrm>
          <a:prstGeom prst="roundRect">
            <a:avLst>
              <a:gd name="adj" fmla="val 735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675120" y="1389888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67512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345936" y="193852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Follow-up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345936" y="2267712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your answer and generates the next question.</a:t>
            </a:r>
            <a:endParaRPr lang="en-US" sz="8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984248"/>
            <a:ext cx="164592" cy="164592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726680" y="1261872"/>
            <a:ext cx="1243584" cy="1664208"/>
          </a:xfrm>
          <a:prstGeom prst="roundRect">
            <a:avLst>
              <a:gd name="adj" fmla="val 7353"/>
            </a:avLst>
          </a:prstGeom>
          <a:solidFill>
            <a:srgbClr val="6366F1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119872" y="138988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119872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790688" y="193852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Report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7790688" y="2267712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Q5, a scored JSON report reviews the full session.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6366F1">
              <a:alpha val="16000"/>
            </a:srgbClr>
          </a:solidFill>
          <a:ln w="12700">
            <a:solidFill>
              <a:srgbClr val="6366F1">
                <a:alpha val="16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tool was chosen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6366F1">
              <a:alpha val="1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token generation maintains natural conversation pace. Instruction-following precision handles the structured JSON feedback output reliably.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17720" y="1261872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6366F1">
              <a:alpha val="1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35331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82312" y="162763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agent orchestration — each question is informed by the full conversation history, not just the previous turn.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386584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6366F1">
              <a:alpha val="1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47802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752344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Thread-scoped checkpointer persists every exchange. Re-created each session to guarantee zero context bleed between interviews.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7720" y="2386584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6366F1">
              <a:alpha val="1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247802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82312" y="2752344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across accents and speaking styles. Auto language detection handles non-native English speakers seamlessly.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511296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6366F1">
              <a:alpha val="1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60273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Murf AI Falcon TTS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3877056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Sub-130ms latency. Streaming delivery means audio begins playing before generation completes — eliminating silence between turns.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17720" y="3511296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6366F1">
              <a:alpha val="1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360273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Vanilla JS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82312" y="3877056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backend, no frontend framework. Works in any browser with a microphone — no installation required on the user's side.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 — end to 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82980" y="18745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6366F1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2184" y="1965960"/>
            <a:ext cx="438912" cy="438912"/>
          </a:xfrm>
          <a:prstGeom prst="ellipse">
            <a:avLst/>
          </a:prstGeom>
          <a:solidFill>
            <a:srgbClr val="818CF8">
              <a:alpha val="40000"/>
            </a:srgbClr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20391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700" y="245973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28700" y="26609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+ UI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473452" y="2377440"/>
            <a:ext cx="338328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02052" y="225856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903220" y="18745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6366F1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92424" y="1965960"/>
            <a:ext cx="438912" cy="438912"/>
          </a:xfrm>
          <a:prstGeom prst="ellipse">
            <a:avLst/>
          </a:prstGeom>
          <a:solidFill>
            <a:srgbClr val="818CF8">
              <a:alpha val="40000"/>
            </a:srgbClr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203911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48940" y="245973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948940" y="26609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393692" y="2377440"/>
            <a:ext cx="338328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22292" y="225856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823460" y="18745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6366F1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312664" y="1965960"/>
            <a:ext cx="438912" cy="438912"/>
          </a:xfrm>
          <a:prstGeom prst="ellipse">
            <a:avLst/>
          </a:prstGeom>
          <a:solidFill>
            <a:srgbClr val="818CF8">
              <a:alpha val="40000"/>
            </a:srgbClr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2039112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69180" y="245973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69180" y="26609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Memory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6313932" y="2377440"/>
            <a:ext cx="338328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542532" y="225856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743700" y="18745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6366F1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232904" y="1965960"/>
            <a:ext cx="438912" cy="438912"/>
          </a:xfrm>
          <a:prstGeom prst="ellipse">
            <a:avLst/>
          </a:prstGeom>
          <a:solidFill>
            <a:srgbClr val="818CF8">
              <a:alpha val="40000"/>
            </a:srgbClr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039112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89420" y="245973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789420" y="26609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3611880" y="2880360"/>
            <a:ext cx="0" cy="50292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2651760" y="3364992"/>
            <a:ext cx="1920240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2651760" y="3364992"/>
            <a:ext cx="0" cy="164592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542032" y="345643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1874520" y="3547872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2450592" y="3602736"/>
            <a:ext cx="402336" cy="402336"/>
          </a:xfrm>
          <a:prstGeom prst="ellipse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3666744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920240" y="40599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AssemblyAI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1920240" y="42428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4572000" y="3364992"/>
            <a:ext cx="0" cy="164592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462272" y="345643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3794760" y="3547872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4370832" y="3602736"/>
            <a:ext cx="402336" cy="402336"/>
          </a:xfrm>
          <a:prstGeom prst="ellipse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666744"/>
            <a:ext cx="274320" cy="27432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840480" y="40599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Murf Falcon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3840480" y="42428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Audio</a:t>
            </a:r>
            <a:endParaRPr lang="en-US" sz="800" dirty="0"/>
          </a:p>
        </p:txBody>
      </p:sp>
      <p:sp>
        <p:nvSpPr>
          <p:cNvPr id="46" name="Text 38"/>
          <p:cNvSpPr/>
          <p:nvPr/>
        </p:nvSpPr>
        <p:spPr>
          <a:xfrm>
            <a:off x="982980" y="1554480"/>
            <a:ext cx="717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Pipeline</a:t>
            </a:r>
            <a:endParaRPr lang="en-US" sz="850" dirty="0"/>
          </a:p>
        </p:txBody>
      </p:sp>
      <p:sp>
        <p:nvSpPr>
          <p:cNvPr id="47" name="Text 39"/>
          <p:cNvSpPr/>
          <p:nvPr/>
        </p:nvSpPr>
        <p:spPr>
          <a:xfrm>
            <a:off x="1783080" y="45354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I/O Services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behind the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8046720" cy="768096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2893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reset memory on every session start?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58191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MemorySaver instance is created on each /start-interview call. Without this, context from a previous subject could distort the questions and feedback for the current session — a subtle but critical isolation requirement.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548640" y="2093976"/>
            <a:ext cx="8046720" cy="768096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1671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stream audio instead of serving a complete file?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245973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2-second silence between the user's answer and the next question breaks immersion. Streaming begins playback from the first generated chunk — the user hears the response while it is still being synthesised.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8046720" cy="768096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3044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ground feedback strictly in the transcript?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33375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explicitly forbids the agent from fabricating or assuming answers. Feedback referencing things the candidate never said would be worthless — and would destroy trust in the tool entirely.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8046720" cy="768096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" y="39227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custom HTTP response headers for state?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421538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question number and completion status as headers (X-Question-Number, X-Interview-Complete) lets the frontend update the UI instantly — before audio even begins playing — without a separate API round trip.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 &amp; future direction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3749040" cy="329184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070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1207008"/>
            <a:ext cx="4023360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2070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00784"/>
            <a:ext cx="3749040" cy="512064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465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lives in server memory — a restart clears all active sessions.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0" y="1700784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4650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to Redis or a database for durability and multi-instance support.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295144"/>
            <a:ext cx="37490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408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at 5 questions per session.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0" y="2295144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34086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session length configurable; extend dynamically based on performance signals.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2889504"/>
            <a:ext cx="3749040" cy="512064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352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set of 6 subjects.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2889504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93522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define custom topics and upload domain-specific reference material.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37490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295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absolute, no comparative benchmarking.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3483864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52958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session history and show percentile improvement over time.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4078224"/>
            <a:ext cx="3749040" cy="512064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2394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text only — no video.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4078224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12394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webcam analysis for posture and eye-contact feedback.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3200400"/>
            <a:ext cx="5029200" cy="50292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731520"/>
            <a:ext cx="2926080" cy="2926080"/>
          </a:xfrm>
          <a:prstGeom prst="ellipse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38912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544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close the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21031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confidence gap.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practice  ·  Adaptive questions  ·  Grounded feedback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" y="3456432"/>
            <a:ext cx="1261872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5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3484" y="34564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842516" y="3456432"/>
            <a:ext cx="1261872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5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42516" y="34564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41548" y="3456432"/>
            <a:ext cx="1261872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5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41548" y="34564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40580" y="3456432"/>
            <a:ext cx="1261872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5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40580" y="34564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039612" y="3456432"/>
            <a:ext cx="1261872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5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9612" y="34564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Streaming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438644" y="3456432"/>
            <a:ext cx="1261872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5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38644" y="34564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github.com/your-username/interview-assistant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Interview Assistant</dc:title>
  <dc:subject>PptxGenJS Presentation</dc:subject>
  <dc:creator>PptxGenJS</dc:creator>
  <cp:lastModifiedBy>PptxGenJS</cp:lastModifiedBy>
  <cp:revision>1</cp:revision>
  <dcterms:created xsi:type="dcterms:W3CDTF">2026-06-29T08:45:44Z</dcterms:created>
  <dcterms:modified xsi:type="dcterms:W3CDTF">2026-06-29T08:45:44Z</dcterms:modified>
</cp:coreProperties>
</file>